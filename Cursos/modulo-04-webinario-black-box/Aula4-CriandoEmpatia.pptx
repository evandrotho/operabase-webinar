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 b="def" i="def"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 b="def" i="def"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1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1" showMasterPhAnim="1">
  <p:cSld name="Título e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o Título"/>
          <p:cNvSpPr/>
          <p:nvPr>
            <p:ph type="title"/>
          </p:nvPr>
        </p:nvSpPr>
        <p:spPr>
          <a:xfrm>
            <a:off x="4833937" y="2303859"/>
            <a:ext cx="14716126" cy="4643438"/>
          </a:xfrm>
          <a:prstGeom prst="rect">
            <a:avLst/>
          </a:prstGeom>
        </p:spPr>
        <p:txBody>
          <a:bodyPr anchor="b"/>
          <a:lstStyle/>
          <a:p>
            <a:pPr/>
            <a:r>
              <a:t>Texto do Título</a:t>
            </a:r>
          </a:p>
        </p:txBody>
      </p:sp>
      <p:sp>
        <p:nvSpPr>
          <p:cNvPr id="12" name="Nível de Corpo Um…"/>
          <p:cNvSpPr/>
          <p:nvPr>
            <p:ph type="body" sz="quarter" idx="1"/>
          </p:nvPr>
        </p:nvSpPr>
        <p:spPr>
          <a:xfrm>
            <a:off x="4833937" y="7072312"/>
            <a:ext cx="14716126" cy="1589485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400"/>
            </a:lvl1pPr>
            <a:lvl2pPr marL="0" indent="228600" algn="ctr">
              <a:spcBef>
                <a:spcPts val="0"/>
              </a:spcBef>
              <a:buSzTx/>
              <a:buNone/>
              <a:defRPr sz="4400"/>
            </a:lvl2pPr>
            <a:lvl3pPr marL="0" indent="457200" algn="ctr">
              <a:spcBef>
                <a:spcPts val="0"/>
              </a:spcBef>
              <a:buSzTx/>
              <a:buNone/>
              <a:defRPr sz="4400"/>
            </a:lvl3pPr>
            <a:lvl4pPr marL="0" indent="685800" algn="ctr">
              <a:spcBef>
                <a:spcPts val="0"/>
              </a:spcBef>
              <a:buSzTx/>
              <a:buNone/>
              <a:defRPr sz="4400"/>
            </a:lvl4pPr>
            <a:lvl5pPr marL="0" indent="914400" algn="ctr">
              <a:spcBef>
                <a:spcPts val="0"/>
              </a:spcBef>
              <a:buSzTx/>
              <a:buNone/>
              <a:defRPr sz="4400"/>
            </a:lvl5pPr>
          </a:lstStyle>
          <a:p>
            <a:pPr/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3" name="Número do Slide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F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m"/>
          <p:cNvSpPr/>
          <p:nvPr>
            <p:ph type="pic" sz="half" idx="13"/>
          </p:nvPr>
        </p:nvSpPr>
        <p:spPr>
          <a:xfrm>
            <a:off x="5307210" y="892968"/>
            <a:ext cx="13751720" cy="832247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exto do Título"/>
          <p:cNvSpPr/>
          <p:nvPr>
            <p:ph type="title"/>
          </p:nvPr>
        </p:nvSpPr>
        <p:spPr>
          <a:xfrm>
            <a:off x="4833937" y="9447609"/>
            <a:ext cx="14716126" cy="2000251"/>
          </a:xfrm>
          <a:prstGeom prst="rect">
            <a:avLst/>
          </a:prstGeom>
        </p:spPr>
        <p:txBody>
          <a:bodyPr anchor="b"/>
          <a:lstStyle/>
          <a:p>
            <a:pPr/>
            <a:r>
              <a:t>Texto do Título</a:t>
            </a:r>
          </a:p>
        </p:txBody>
      </p:sp>
      <p:sp>
        <p:nvSpPr>
          <p:cNvPr id="22" name="Nível de Corpo Um…"/>
          <p:cNvSpPr/>
          <p:nvPr>
            <p:ph type="body" sz="quarter" idx="1"/>
          </p:nvPr>
        </p:nvSpPr>
        <p:spPr>
          <a:xfrm>
            <a:off x="4833937" y="11519296"/>
            <a:ext cx="14716126" cy="1589486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400"/>
            </a:lvl1pPr>
            <a:lvl2pPr marL="0" indent="228600" algn="ctr">
              <a:spcBef>
                <a:spcPts val="0"/>
              </a:spcBef>
              <a:buSzTx/>
              <a:buNone/>
              <a:defRPr sz="4400"/>
            </a:lvl2pPr>
            <a:lvl3pPr marL="0" indent="457200" algn="ctr">
              <a:spcBef>
                <a:spcPts val="0"/>
              </a:spcBef>
              <a:buSzTx/>
              <a:buNone/>
              <a:defRPr sz="4400"/>
            </a:lvl3pPr>
            <a:lvl4pPr marL="0" indent="685800" algn="ctr">
              <a:spcBef>
                <a:spcPts val="0"/>
              </a:spcBef>
              <a:buSzTx/>
              <a:buNone/>
              <a:defRPr sz="4400"/>
            </a:lvl4pPr>
            <a:lvl5pPr marL="0" indent="914400" algn="ctr">
              <a:spcBef>
                <a:spcPts val="0"/>
              </a:spcBef>
              <a:buSzTx/>
              <a:buNone/>
              <a:defRPr sz="4400"/>
            </a:lvl5pPr>
          </a:lstStyle>
          <a:p>
            <a:pPr/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23" name="Número do Slide"/>
          <p:cNvSpPr/>
          <p:nvPr>
            <p:ph type="sldNum" sz="quarter" idx="2"/>
          </p:nvPr>
        </p:nvSpPr>
        <p:spPr>
          <a:xfrm>
            <a:off x="11935814" y="13001625"/>
            <a:ext cx="494513" cy="511175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ítulo - Ce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o do Título"/>
          <p:cNvSpPr/>
          <p:nvPr>
            <p:ph type="title"/>
          </p:nvPr>
        </p:nvSpPr>
        <p:spPr>
          <a:xfrm>
            <a:off x="4833937" y="4536281"/>
            <a:ext cx="14716126" cy="4643438"/>
          </a:xfrm>
          <a:prstGeom prst="rect">
            <a:avLst/>
          </a:prstGeom>
        </p:spPr>
        <p:txBody>
          <a:bodyPr/>
          <a:lstStyle/>
          <a:p>
            <a:pPr/>
            <a:r>
              <a:t>Texto do Título</a:t>
            </a:r>
          </a:p>
        </p:txBody>
      </p:sp>
      <p:sp>
        <p:nvSpPr>
          <p:cNvPr id="31" name="Número do Slide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F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m"/>
          <p:cNvSpPr/>
          <p:nvPr>
            <p:ph type="pic" sz="half" idx="13"/>
          </p:nvPr>
        </p:nvSpPr>
        <p:spPr>
          <a:xfrm>
            <a:off x="12495609" y="892968"/>
            <a:ext cx="7500938" cy="11572876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exto do Título"/>
          <p:cNvSpPr/>
          <p:nvPr>
            <p:ph type="title"/>
          </p:nvPr>
        </p:nvSpPr>
        <p:spPr>
          <a:xfrm>
            <a:off x="4387453" y="892968"/>
            <a:ext cx="7500938" cy="5607845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pPr/>
            <a:r>
              <a:t>Texto do Título</a:t>
            </a:r>
          </a:p>
        </p:txBody>
      </p:sp>
      <p:sp>
        <p:nvSpPr>
          <p:cNvPr id="40" name="Nível de Corpo Um…"/>
          <p:cNvSpPr/>
          <p:nvPr>
            <p:ph type="body" sz="quarter" idx="1"/>
          </p:nvPr>
        </p:nvSpPr>
        <p:spPr>
          <a:xfrm>
            <a:off x="4387453" y="6697265"/>
            <a:ext cx="7500938" cy="5768579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400"/>
            </a:lvl1pPr>
            <a:lvl2pPr marL="0" indent="228600" algn="ctr">
              <a:spcBef>
                <a:spcPts val="0"/>
              </a:spcBef>
              <a:buSzTx/>
              <a:buNone/>
              <a:defRPr sz="4400"/>
            </a:lvl2pPr>
            <a:lvl3pPr marL="0" indent="457200" algn="ctr">
              <a:spcBef>
                <a:spcPts val="0"/>
              </a:spcBef>
              <a:buSzTx/>
              <a:buNone/>
              <a:defRPr sz="4400"/>
            </a:lvl3pPr>
            <a:lvl4pPr marL="0" indent="685800" algn="ctr">
              <a:spcBef>
                <a:spcPts val="0"/>
              </a:spcBef>
              <a:buSzTx/>
              <a:buNone/>
              <a:defRPr sz="4400"/>
            </a:lvl4pPr>
            <a:lvl5pPr marL="0" indent="914400" algn="ctr">
              <a:spcBef>
                <a:spcPts val="0"/>
              </a:spcBef>
              <a:buSzTx/>
              <a:buNone/>
              <a:defRPr sz="4400"/>
            </a:lvl5pPr>
          </a:lstStyle>
          <a:p>
            <a:pPr/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1" name="Número do Slide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ítulo -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o do Título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do Título</a:t>
            </a:r>
          </a:p>
        </p:txBody>
      </p:sp>
      <p:sp>
        <p:nvSpPr>
          <p:cNvPr id="49" name="Número do Slide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ítulo e Marcad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o do Título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do Título</a:t>
            </a:r>
          </a:p>
        </p:txBody>
      </p:sp>
      <p:sp>
        <p:nvSpPr>
          <p:cNvPr id="57" name="Nível de Corpo Um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58" name="Número do Slide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ítulo, Marcadores 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m"/>
          <p:cNvSpPr/>
          <p:nvPr>
            <p:ph type="pic" sz="quarter" idx="13"/>
          </p:nvPr>
        </p:nvSpPr>
        <p:spPr>
          <a:xfrm>
            <a:off x="12495609" y="3661171"/>
            <a:ext cx="7500938" cy="884039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exto do Título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do Título</a:t>
            </a:r>
          </a:p>
        </p:txBody>
      </p:sp>
      <p:sp>
        <p:nvSpPr>
          <p:cNvPr id="67" name="Nível de Corpo Um…"/>
          <p:cNvSpPr/>
          <p:nvPr>
            <p:ph type="body" sz="quarter" idx="1"/>
          </p:nvPr>
        </p:nvSpPr>
        <p:spPr>
          <a:xfrm>
            <a:off x="4387453" y="3661171"/>
            <a:ext cx="7500938" cy="8840392"/>
          </a:xfrm>
          <a:prstGeom prst="rect">
            <a:avLst/>
          </a:prstGeom>
        </p:spPr>
        <p:txBody>
          <a:bodyPr/>
          <a:lstStyle>
            <a:lvl1pPr marL="465364" indent="-465364">
              <a:spcBef>
                <a:spcPts val="4500"/>
              </a:spcBef>
              <a:defRPr sz="3800"/>
            </a:lvl1pPr>
            <a:lvl2pPr marL="808264" indent="-465364">
              <a:spcBef>
                <a:spcPts val="4500"/>
              </a:spcBef>
              <a:defRPr sz="3800"/>
            </a:lvl2pPr>
            <a:lvl3pPr marL="1151164" indent="-465364">
              <a:spcBef>
                <a:spcPts val="4500"/>
              </a:spcBef>
              <a:defRPr sz="3800"/>
            </a:lvl3pPr>
            <a:lvl4pPr marL="1494064" indent="-465364">
              <a:spcBef>
                <a:spcPts val="4500"/>
              </a:spcBef>
              <a:defRPr sz="3800"/>
            </a:lvl4pPr>
            <a:lvl5pPr marL="1836964" indent="-465364">
              <a:spcBef>
                <a:spcPts val="4500"/>
              </a:spcBef>
              <a:defRPr sz="3800"/>
            </a:lvl5pPr>
          </a:lstStyle>
          <a:p>
            <a:pPr/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68" name="Número do Slide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Marcad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Nível de Corpo Um…"/>
          <p:cNvSpPr/>
          <p:nvPr>
            <p:ph type="body" idx="1"/>
          </p:nvPr>
        </p:nvSpPr>
        <p:spPr>
          <a:xfrm>
            <a:off x="4387453" y="1785937"/>
            <a:ext cx="15609094" cy="10144126"/>
          </a:xfrm>
          <a:prstGeom prst="rect">
            <a:avLst/>
          </a:prstGeom>
        </p:spPr>
        <p:txBody>
          <a:bodyPr/>
          <a:lstStyle/>
          <a:p>
            <a:pPr/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76" name="Número do Slide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rês F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m"/>
          <p:cNvSpPr/>
          <p:nvPr>
            <p:ph type="pic" sz="quarter" idx="13"/>
          </p:nvPr>
        </p:nvSpPr>
        <p:spPr>
          <a:xfrm>
            <a:off x="12495609" y="7161609"/>
            <a:ext cx="7500938" cy="530423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Imagem"/>
          <p:cNvSpPr/>
          <p:nvPr>
            <p:ph type="pic" sz="quarter" idx="14"/>
          </p:nvPr>
        </p:nvSpPr>
        <p:spPr>
          <a:xfrm>
            <a:off x="12504353" y="1250156"/>
            <a:ext cx="7500939" cy="530423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Imagem"/>
          <p:cNvSpPr/>
          <p:nvPr>
            <p:ph type="pic" sz="half" idx="15"/>
          </p:nvPr>
        </p:nvSpPr>
        <p:spPr>
          <a:xfrm>
            <a:off x="4387453" y="1250156"/>
            <a:ext cx="7500938" cy="1121568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Número do Slide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aime Silveira"/>
          <p:cNvSpPr/>
          <p:nvPr>
            <p:ph type="body" sz="quarter" idx="13"/>
          </p:nvPr>
        </p:nvSpPr>
        <p:spPr>
          <a:xfrm>
            <a:off x="4833937" y="8947546"/>
            <a:ext cx="14716126" cy="660798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–Jaime Silveira</a:t>
            </a:r>
          </a:p>
        </p:txBody>
      </p:sp>
      <p:sp>
        <p:nvSpPr>
          <p:cNvPr id="94" name="“Digite uma citação aqui.”"/>
          <p:cNvSpPr/>
          <p:nvPr>
            <p:ph type="body" sz="quarter" idx="14"/>
          </p:nvPr>
        </p:nvSpPr>
        <p:spPr>
          <a:xfrm>
            <a:off x="4833937" y="6000353"/>
            <a:ext cx="14716126" cy="9652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5200"/>
            </a:lvl1pPr>
          </a:lstStyle>
          <a:p>
            <a:pPr/>
            <a:r>
              <a:t>“Digite uma citação aqui.” </a:t>
            </a:r>
          </a:p>
        </p:txBody>
      </p:sp>
      <p:sp>
        <p:nvSpPr>
          <p:cNvPr id="95" name="Número do Slide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m"/>
          <p:cNvSpPr/>
          <p:nvPr>
            <p:ph type="pic" idx="13"/>
          </p:nvPr>
        </p:nvSpPr>
        <p:spPr>
          <a:xfrm>
            <a:off x="3048000" y="0"/>
            <a:ext cx="18288000" cy="13716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Número do Slide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Número do Slide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/>
          <p:nvPr>
            <p:ph type="title"/>
          </p:nvPr>
        </p:nvSpPr>
        <p:spPr>
          <a:xfrm>
            <a:off x="4387453" y="625078"/>
            <a:ext cx="15609094" cy="3036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normAutofit fontScale="100000" lnSpcReduction="0"/>
          </a:bodyPr>
          <a:lstStyle/>
          <a:p>
            <a:pPr/>
            <a:r>
              <a:t>Texto do Título</a:t>
            </a:r>
          </a:p>
        </p:txBody>
      </p:sp>
      <p:sp>
        <p:nvSpPr>
          <p:cNvPr id="3" name="Nível de Corpo Um…"/>
          <p:cNvSpPr/>
          <p:nvPr>
            <p:ph type="body" idx="1"/>
          </p:nvPr>
        </p:nvSpPr>
        <p:spPr>
          <a:xfrm>
            <a:off x="4387453" y="3661171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normAutofit fontScale="100000" lnSpcReduction="0"/>
          </a:bodyPr>
          <a:lstStyle/>
          <a:p>
            <a:pPr/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" name="Número do Slide"/>
          <p:cNvSpPr/>
          <p:nvPr>
            <p:ph type="sldNum" sz="quarter" idx="2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4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6173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10618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15063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19508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23953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28398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32843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37288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41733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Criando Empatia"/>
          <p:cNvSpPr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Criando Empatia</a:t>
            </a:r>
          </a:p>
        </p:txBody>
      </p:sp>
      <p:sp>
        <p:nvSpPr>
          <p:cNvPr id="120" name="Usar história para criar conexão, entregar valor e gerar vendas"/>
          <p:cNvSpPr/>
          <p:nvPr>
            <p:ph type="subTitle" sz="quarter" idx="1"/>
          </p:nvPr>
        </p:nvSpPr>
        <p:spPr>
          <a:xfrm>
            <a:off x="3939898" y="7072312"/>
            <a:ext cx="16504203" cy="1589485"/>
          </a:xfrm>
          <a:prstGeom prst="rect">
            <a:avLst/>
          </a:prstGeom>
        </p:spPr>
        <p:txBody>
          <a:bodyPr/>
          <a:lstStyle/>
          <a:p>
            <a:pPr/>
            <a:r>
              <a:t>Usar história para criar conexão, entregar valor e gerar vendas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Importante…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Importante…</a:t>
            </a:r>
          </a:p>
        </p:txBody>
      </p:sp>
      <p:sp>
        <p:nvSpPr>
          <p:cNvPr id="123" name="Uma história curta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Uma história curta</a:t>
            </a:r>
          </a:p>
          <a:p>
            <a:pPr/>
            <a:r>
              <a:t>Seja verdadeira!!!</a:t>
            </a:r>
          </a:p>
          <a:p>
            <a:pPr/>
            <a:r>
              <a:t>Precisa conectar com o conteúdo do Webinário</a:t>
            </a:r>
          </a:p>
          <a:p>
            <a:pPr/>
            <a:r>
              <a:t>O objetivo não é fazer você parecer bom.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23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ransição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Transição</a:t>
            </a:r>
          </a:p>
        </p:txBody>
      </p:sp>
      <p:sp>
        <p:nvSpPr>
          <p:cNvPr id="126" name="Se você….. mas …. aconteceu. Eu quero dizer que já aconteceu exatamente a mesma coisa comigo. Deixa eu te contar uma história.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37104" indent="-537104" defTabSz="714732">
              <a:spcBef>
                <a:spcPts val="5100"/>
              </a:spcBef>
              <a:defRPr sz="4350"/>
            </a:pPr>
            <a:r>
              <a:t>Se você….. mas …. aconteceu. Eu quero dizer que já aconteceu exatamente a mesma coisa comigo. Deixa eu te contar uma história.</a:t>
            </a:r>
          </a:p>
          <a:p>
            <a:pPr marL="537104" indent="-537104" defTabSz="714732">
              <a:spcBef>
                <a:spcPts val="5100"/>
              </a:spcBef>
              <a:defRPr sz="4350"/>
            </a:pPr>
            <a:r>
              <a:t>Se você….. Eu sei exatamente como você se sente. Eu costumava me sentir do mesmo jeito e eu acho que nós temos mais coisas em comum do que você imagina. Deixe-me te contar uma história.</a:t>
            </a:r>
          </a:p>
          <a:p>
            <a:pPr marL="537104" indent="-537104" defTabSz="714732">
              <a:spcBef>
                <a:spcPts val="5100"/>
              </a:spcBef>
              <a:defRPr sz="4350"/>
            </a:pPr>
            <a:r>
              <a:t>Agora deixa eu te contar o segredo por trás desse….(agora você conta uma característica principal e conta uma história rápida que esteja relacionada com essa característica)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26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2 Tipos de história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2 Tipos de história</a:t>
            </a:r>
          </a:p>
        </p:txBody>
      </p:sp>
      <p:sp>
        <p:nvSpPr>
          <p:cNvPr id="129" name="Avatar Transformado - Você era exatamente como o seu cliente é atualmente. O começo da sua história é basicamente o que ele está vivendo hoje.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b="1">
                <a:latin typeface="Helvetica"/>
                <a:ea typeface="Helvetica"/>
                <a:cs typeface="Helvetica"/>
                <a:sym typeface="Helvetica"/>
              </a:rPr>
              <a:t>Avatar Transformado</a:t>
            </a:r>
            <a:r>
              <a:t> - Você era exatamente como o seu cliente é atualmente. O começo da sua história é basicamente o que ele está vivendo hoje.</a:t>
            </a:r>
          </a:p>
          <a:p>
            <a:pPr/>
            <a:r>
              <a:rPr b="1">
                <a:latin typeface="Helvetica"/>
                <a:ea typeface="Helvetica"/>
                <a:cs typeface="Helvetica"/>
                <a:sym typeface="Helvetica"/>
              </a:rPr>
              <a:t>Socorrista</a:t>
            </a:r>
            <a:r>
              <a:t> - Você nunca passou por isso, mas percebeu que outras pessoas precisavam de ajuda e decidiu dedicar sua vida a ajudar essas pessoas.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29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Avatar Transformado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Avatar Transformado</a:t>
            </a:r>
          </a:p>
        </p:txBody>
      </p:sp>
      <p:sp>
        <p:nvSpPr>
          <p:cNvPr id="132" name="O início é o ponto onde seu cliente está hoje.…"/>
          <p:cNvSpPr/>
          <p:nvPr>
            <p:ph type="body" idx="1"/>
          </p:nvPr>
        </p:nvSpPr>
        <p:spPr>
          <a:xfrm>
            <a:off x="2520962" y="3661171"/>
            <a:ext cx="19342076" cy="8840392"/>
          </a:xfrm>
          <a:prstGeom prst="rect">
            <a:avLst/>
          </a:prstGeom>
        </p:spPr>
        <p:txBody>
          <a:bodyPr/>
          <a:lstStyle/>
          <a:p>
            <a:pPr/>
            <a:r>
              <a:t>O início é o ponto onde seu cliente está hoje.</a:t>
            </a:r>
          </a:p>
          <a:p>
            <a:pPr/>
            <a:r>
              <a:t>Dramatiza esse momento (situações e sentimentos)</a:t>
            </a:r>
          </a:p>
          <a:p>
            <a:pPr/>
            <a:r>
              <a:t>Invalida outras soluções (tentei xyz, mas não funcionou)</a:t>
            </a:r>
          </a:p>
          <a:p>
            <a:pPr/>
            <a:r>
              <a:t>O momento da virada</a:t>
            </a:r>
          </a:p>
          <a:p>
            <a:pPr/>
            <a:r>
              <a:t>O caminho da transformação (o método que vai ensinar)</a:t>
            </a:r>
          </a:p>
          <a:p>
            <a:pPr/>
            <a:r>
              <a:t>O sucesso (depois de ter aplicado o método)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3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ocorrista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Socorrista</a:t>
            </a:r>
          </a:p>
        </p:txBody>
      </p:sp>
      <p:sp>
        <p:nvSpPr>
          <p:cNvPr id="135" name="O início é onde sua história se cruza com o problema do cliente.…"/>
          <p:cNvSpPr/>
          <p:nvPr>
            <p:ph type="body" idx="1"/>
          </p:nvPr>
        </p:nvSpPr>
        <p:spPr>
          <a:xfrm>
            <a:off x="2520962" y="3661171"/>
            <a:ext cx="19342076" cy="8840392"/>
          </a:xfrm>
          <a:prstGeom prst="rect">
            <a:avLst/>
          </a:prstGeom>
        </p:spPr>
        <p:txBody>
          <a:bodyPr/>
          <a:lstStyle/>
          <a:p>
            <a:pPr/>
            <a:r>
              <a:t>O início é onde sua história se cruza com o problema do cliente.</a:t>
            </a:r>
          </a:p>
          <a:p>
            <a:pPr/>
            <a:r>
              <a:t>Seu caminho até se tornar um especialista</a:t>
            </a:r>
          </a:p>
          <a:p>
            <a:pPr/>
            <a:r>
              <a:t>Sua decisão de ajudar outras pessoas.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35" grpId="1"/>
    </p:bldLst>
  </p:timing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
</file>

<file path=ppt/theme/_rels/theme2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50800" dist="254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635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50800" dist="254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50800" dist="254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635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50800" dist="254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